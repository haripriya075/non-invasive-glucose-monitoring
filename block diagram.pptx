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18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738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91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11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00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08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45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86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9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67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98F9A-EAE3-4267-A31A-191F5D0F1710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84806-0700-45FC-B7BD-E15460499E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20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0618" y="1004651"/>
            <a:ext cx="505505" cy="42675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19937" y="721640"/>
            <a:ext cx="1214844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FINGER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76" y="721640"/>
            <a:ext cx="177688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(OPT SENSOR + MAX SENSOR)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81711" y="721640"/>
            <a:ext cx="1631768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VOLTAGE TO CURRENT CONVERTER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435383" y="1004651"/>
            <a:ext cx="487031" cy="38600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009319" y="721640"/>
            <a:ext cx="1244314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REMOVAL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85" y="986204"/>
            <a:ext cx="548969" cy="4267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13538" y="2290298"/>
            <a:ext cx="129693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AMPLIFIER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468501" y="1737645"/>
            <a:ext cx="462846" cy="4267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349385" y="2462741"/>
            <a:ext cx="546703" cy="48463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049242" y="4395906"/>
            <a:ext cx="1306286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52695" y="2274529"/>
            <a:ext cx="1060784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Up-Down Arrow 15"/>
          <p:cNvSpPr/>
          <p:nvPr/>
        </p:nvSpPr>
        <p:spPr>
          <a:xfrm rot="8243368">
            <a:off x="6698716" y="3272705"/>
            <a:ext cx="484632" cy="847798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Left Arrow 16"/>
          <p:cNvSpPr/>
          <p:nvPr/>
        </p:nvSpPr>
        <p:spPr>
          <a:xfrm>
            <a:off x="5374969" y="2462741"/>
            <a:ext cx="660275" cy="484632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4136221" y="2247857"/>
            <a:ext cx="106714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Left Arrow 19"/>
          <p:cNvSpPr/>
          <p:nvPr/>
        </p:nvSpPr>
        <p:spPr>
          <a:xfrm rot="17961370">
            <a:off x="7944633" y="3600921"/>
            <a:ext cx="811818" cy="421526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05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5" grpId="0" animBg="1"/>
      <p:bldP spid="7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Riyah</dc:creator>
  <cp:lastModifiedBy>Riyah</cp:lastModifiedBy>
  <cp:revision>10</cp:revision>
  <dcterms:created xsi:type="dcterms:W3CDTF">2025-06-30T04:53:11Z</dcterms:created>
  <dcterms:modified xsi:type="dcterms:W3CDTF">2025-07-07T03:32:44Z</dcterms:modified>
</cp:coreProperties>
</file>